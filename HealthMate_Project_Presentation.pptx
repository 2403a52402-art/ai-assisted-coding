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7" r:id="rId2"/>
    <p:sldId id="256" r:id="rId3"/>
    <p:sldId id="257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8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228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632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244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521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095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599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289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623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369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546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41655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5103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0768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43404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26869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0085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3512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206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ED975-8B30-EDBD-BE33-EFC6A16B20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AI-ASSISTED CODING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A44C9-2F60-102D-21F2-FC7AA88CCD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N.RUKMINI  2403A52402</a:t>
            </a:r>
          </a:p>
          <a:p>
            <a:r>
              <a:rPr lang="en-IN" dirty="0"/>
              <a:t>R.AKSHAYA  2403A52404</a:t>
            </a:r>
          </a:p>
          <a:p>
            <a:r>
              <a:rPr lang="en-IN" dirty="0"/>
              <a:t>B.NANDINI 2403A52390</a:t>
            </a:r>
          </a:p>
        </p:txBody>
      </p:sp>
    </p:spTree>
    <p:extLst>
      <p:ext uri="{BB962C8B-B14F-4D97-AF65-F5344CB8AC3E}">
        <p14:creationId xmlns:p14="http://schemas.microsoft.com/office/powerpoint/2010/main" val="3607365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HealthMate</a:t>
            </a:r>
            <a:r>
              <a:rPr dirty="0"/>
              <a:t>: AI Assistant for Personalized Fitness Advice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Project overview</a:t>
            </a:r>
          </a:p>
          <a:p>
            <a:r>
              <a:rPr dirty="0"/>
              <a:t>• Workflow steps</a:t>
            </a:r>
          </a:p>
          <a:p>
            <a:r>
              <a:rPr dirty="0"/>
              <a:t>• Example projects</a:t>
            </a:r>
          </a:p>
          <a:p>
            <a:r>
              <a:rPr dirty="0"/>
              <a:t>• Timeline &amp; assessment</a:t>
            </a:r>
          </a:p>
          <a:p>
            <a:r>
              <a:rPr dirty="0"/>
              <a:t>• Student deliverables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Provide personalized fitness advice using AI.</a:t>
            </a:r>
          </a:p>
          <a:p>
            <a:r>
              <a:t>Objective: Build an AI-assisted prediction/ recommendation system.</a:t>
            </a:r>
          </a:p>
          <a:p>
            <a:r>
              <a:t>Inputs: User health/fitness data.</a:t>
            </a:r>
          </a:p>
          <a:p>
            <a:r>
              <a:t>Outputs: Recommendations, insights, risk scores.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General Steps (All Projects)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1. Choose title &amp; define scope</a:t>
            </a:r>
          </a:p>
          <a:p>
            <a:r>
              <a:rPr dirty="0"/>
              <a:t>2. Data collection</a:t>
            </a:r>
          </a:p>
          <a:p>
            <a:r>
              <a:rPr dirty="0"/>
              <a:t>3. Environment setup</a:t>
            </a:r>
          </a:p>
          <a:p>
            <a:r>
              <a:rPr dirty="0"/>
              <a:t>4. EDA &amp; preprocessing</a:t>
            </a:r>
          </a:p>
          <a:p>
            <a:r>
              <a:rPr dirty="0"/>
              <a:t>5. Model training</a:t>
            </a:r>
          </a:p>
          <a:p>
            <a:r>
              <a:rPr dirty="0"/>
              <a:t>6. Evaluation</a:t>
            </a:r>
          </a:p>
          <a:p>
            <a:r>
              <a:rPr dirty="0"/>
              <a:t>7. AI-assisted coding</a:t>
            </a:r>
          </a:p>
          <a:p>
            <a:r>
              <a:rPr dirty="0"/>
              <a:t>8. Build U</a:t>
            </a:r>
            <a:r>
              <a:rPr lang="en-IN" dirty="0"/>
              <a:t>I</a:t>
            </a:r>
            <a:endParaRPr dirty="0"/>
          </a:p>
          <a:p>
            <a:r>
              <a:rPr dirty="0"/>
              <a:t>9. Documentation</a:t>
            </a:r>
          </a:p>
          <a:p>
            <a:r>
              <a:rPr dirty="0"/>
              <a:t>10. Submission package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 Heart Disease Risk Predictor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Dataset: UCI/Kaggle Heart Disease</a:t>
            </a:r>
          </a:p>
          <a:p>
            <a:r>
              <a:t>• Features: age, sex, cholesterol, bp, etc.</a:t>
            </a:r>
          </a:p>
          <a:p>
            <a:r>
              <a:t>• Models: Logistic Regression, Random Forest</a:t>
            </a:r>
          </a:p>
          <a:p>
            <a:r>
              <a:t>• Metrics: Accuracy, Precision/Recall, F1, ROC-AUC</a:t>
            </a:r>
          </a:p>
          <a:p>
            <a:r>
              <a:t>• Explainability: SHAP, feature importance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Example Code Snippet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import pandas as pd</a:t>
            </a:r>
          </a:p>
          <a:p>
            <a:r>
              <a:rPr dirty="0"/>
              <a:t>from </a:t>
            </a:r>
            <a:r>
              <a:rPr dirty="0" err="1"/>
              <a:t>sklearn.model_selection</a:t>
            </a:r>
            <a:r>
              <a:rPr dirty="0"/>
              <a:t> import </a:t>
            </a:r>
            <a:r>
              <a:rPr dirty="0" err="1"/>
              <a:t>train_test_split</a:t>
            </a:r>
            <a:endParaRPr dirty="0"/>
          </a:p>
          <a:p>
            <a:r>
              <a:rPr dirty="0"/>
              <a:t>from </a:t>
            </a:r>
            <a:r>
              <a:rPr dirty="0" err="1"/>
              <a:t>sklearn.ensemble</a:t>
            </a:r>
            <a:r>
              <a:rPr dirty="0"/>
              <a:t> import </a:t>
            </a:r>
            <a:r>
              <a:rPr dirty="0" err="1"/>
              <a:t>RandomForestClassifier</a:t>
            </a:r>
            <a:endParaRPr dirty="0"/>
          </a:p>
          <a:p>
            <a:r>
              <a:rPr dirty="0"/>
              <a:t>from </a:t>
            </a:r>
            <a:r>
              <a:rPr dirty="0" err="1"/>
              <a:t>sklearn.metrics</a:t>
            </a:r>
            <a:r>
              <a:rPr dirty="0"/>
              <a:t> import </a:t>
            </a:r>
            <a:r>
              <a:rPr dirty="0" err="1"/>
              <a:t>classification_report</a:t>
            </a:r>
            <a:endParaRPr dirty="0"/>
          </a:p>
          <a:p>
            <a:pPr marL="0" indent="0">
              <a:buNone/>
            </a:pPr>
            <a:endParaRPr dirty="0"/>
          </a:p>
          <a:p>
            <a:r>
              <a:rPr dirty="0"/>
              <a:t>data = </a:t>
            </a:r>
            <a:r>
              <a:rPr dirty="0" err="1"/>
              <a:t>pd.read_csv</a:t>
            </a:r>
            <a:r>
              <a:rPr dirty="0"/>
              <a:t>('heart.csv')</a:t>
            </a:r>
          </a:p>
          <a:p>
            <a:r>
              <a:rPr dirty="0"/>
              <a:t>X = </a:t>
            </a:r>
            <a:r>
              <a:rPr dirty="0" err="1"/>
              <a:t>data.drop</a:t>
            </a:r>
            <a:r>
              <a:rPr dirty="0"/>
              <a:t>('target', axis=1)</a:t>
            </a:r>
          </a:p>
          <a:p>
            <a:r>
              <a:rPr dirty="0"/>
              <a:t>y = data['target']</a:t>
            </a:r>
          </a:p>
          <a:p>
            <a:r>
              <a:rPr dirty="0" err="1"/>
              <a:t>X_train</a:t>
            </a:r>
            <a:r>
              <a:rPr dirty="0"/>
              <a:t>, </a:t>
            </a:r>
            <a:r>
              <a:rPr dirty="0" err="1"/>
              <a:t>X_test</a:t>
            </a:r>
            <a:r>
              <a:rPr dirty="0"/>
              <a:t>, </a:t>
            </a:r>
            <a:r>
              <a:rPr dirty="0" err="1"/>
              <a:t>y_train</a:t>
            </a:r>
            <a:r>
              <a:rPr dirty="0"/>
              <a:t>, </a:t>
            </a:r>
            <a:r>
              <a:rPr dirty="0" err="1"/>
              <a:t>y_test</a:t>
            </a:r>
            <a:r>
              <a:rPr dirty="0"/>
              <a:t> = </a:t>
            </a:r>
            <a:r>
              <a:rPr dirty="0" err="1"/>
              <a:t>train_test_split</a:t>
            </a:r>
            <a:r>
              <a:rPr dirty="0"/>
              <a:t>(X, y, </a:t>
            </a:r>
            <a:r>
              <a:rPr dirty="0" err="1"/>
              <a:t>test_size</a:t>
            </a:r>
            <a:r>
              <a:rPr dirty="0"/>
              <a:t>=0.2)</a:t>
            </a:r>
          </a:p>
          <a:p>
            <a:r>
              <a:rPr dirty="0"/>
              <a:t>model = </a:t>
            </a:r>
            <a:r>
              <a:rPr dirty="0" err="1"/>
              <a:t>RandomForestClassifier</a:t>
            </a:r>
            <a:r>
              <a:rPr dirty="0"/>
              <a:t>().fit(</a:t>
            </a:r>
            <a:r>
              <a:rPr dirty="0" err="1"/>
              <a:t>X_train</a:t>
            </a:r>
            <a:r>
              <a:rPr dirty="0"/>
              <a:t>, </a:t>
            </a:r>
            <a:r>
              <a:rPr dirty="0" err="1"/>
              <a:t>y_train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Timeline (4 Weeks)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 1: Proposal, dataset, setup</a:t>
            </a:r>
          </a:p>
          <a:p>
            <a:r>
              <a:t>Week 2: Preprocessing, EDA, baseline model</a:t>
            </a:r>
          </a:p>
          <a:p>
            <a:r>
              <a:t>Week 3: Model tuning &amp; UI</a:t>
            </a:r>
          </a:p>
          <a:p>
            <a:r>
              <a:t>Week 4: Documentation, demo,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 Rubric (100 Marks)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Proposal &amp; Dataset (10)</a:t>
            </a:r>
          </a:p>
          <a:p>
            <a:r>
              <a:t>• Code &amp; Implementation (30)</a:t>
            </a:r>
          </a:p>
          <a:p>
            <a:r>
              <a:t>• Model &amp; Evaluation (25)</a:t>
            </a:r>
          </a:p>
          <a:p>
            <a:r>
              <a:t>• UI &amp; Demo (15)</a:t>
            </a:r>
          </a:p>
          <a:p>
            <a:r>
              <a:t>• Report &amp; Presentation (15)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1. Proposal (1-2 pages)</a:t>
            </a:r>
          </a:p>
          <a:p>
            <a:r>
              <a:t>2. Source code + README</a:t>
            </a:r>
          </a:p>
          <a:p>
            <a:r>
              <a:t>3. Dataset link</a:t>
            </a:r>
          </a:p>
          <a:p>
            <a:r>
              <a:t>4. Short report (3–5 pages)</a:t>
            </a:r>
          </a:p>
          <a:p>
            <a:r>
              <a:t>5. Streamlit/Flask demo or video</a:t>
            </a:r>
          </a:p>
          <a:p>
            <a:r>
              <a:t>6. Slides</a:t>
            </a:r>
          </a:p>
          <a:p>
            <a:r>
              <a:t>7. AI-assistance note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&amp; Practical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Anonymize personal data</a:t>
            </a:r>
          </a:p>
          <a:p>
            <a:r>
              <a:t>• Educational use only</a:t>
            </a:r>
          </a:p>
          <a:p>
            <a:r>
              <a:t>• Cite datasets and tools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7AD94-8EFC-91C6-CA4E-8CB596C4D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484" y="2595454"/>
            <a:ext cx="6798735" cy="1303867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593752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21</TotalTime>
  <Words>431</Words>
  <Application>Microsoft Office PowerPoint</Application>
  <PresentationFormat>On-screen Show (4:3)</PresentationFormat>
  <Paragraphs>67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Garamond</vt:lpstr>
      <vt:lpstr>Organic</vt:lpstr>
      <vt:lpstr>AI-ASSISTED CODING</vt:lpstr>
      <vt:lpstr>HealthMate: AI Assistant for Personalized Fitness Advice</vt:lpstr>
      <vt:lpstr>1. Project Overview</vt:lpstr>
      <vt:lpstr>2. General Steps (All Projects)</vt:lpstr>
      <vt:lpstr> Heart Disease Risk Predictor</vt:lpstr>
      <vt:lpstr>Example Code Snippet</vt:lpstr>
      <vt:lpstr>Project Timeline (4 Weeks)</vt:lpstr>
      <vt:lpstr>Assessment Rubric (100 Marks)</vt:lpstr>
      <vt:lpstr>Student Deliverables</vt:lpstr>
      <vt:lpstr>Ethical &amp; Practical Notes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Rukmini Neredu</cp:lastModifiedBy>
  <cp:revision>2</cp:revision>
  <dcterms:created xsi:type="dcterms:W3CDTF">2013-01-27T09:14:16Z</dcterms:created>
  <dcterms:modified xsi:type="dcterms:W3CDTF">2025-11-21T08:55:54Z</dcterms:modified>
  <cp:category/>
</cp:coreProperties>
</file>